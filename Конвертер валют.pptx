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20CBE-9ABB-E0C1-F74C-347656F5C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865431-E68F-9BA7-6F2E-C316048A9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D865CE-1362-5A21-F1E2-215FA61B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4A92-CC5B-46A1-8E03-C2525B9195E8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0F1922-3AFC-513E-48EB-14137A598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BB4AB2-9650-4DAE-CA17-01DE2148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A4B6-E583-4853-A888-0D8A4378A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5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0163A-9BD5-F74F-00E3-80DED6DA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FCFBFE-0031-7A5C-6C28-40B52D1D1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840577-A42B-A366-7CFC-DEA3AEA67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4A92-CC5B-46A1-8E03-C2525B9195E8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7F6A90-1828-D1E6-892D-29C631D3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B94D1-9A89-BF63-9DD6-455C8C363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A4B6-E583-4853-A888-0D8A4378A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876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BDEA1-72FA-60E5-22E0-BAE77F4D5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E53A54-4386-06F4-D613-68A49E6C1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FB0A48-A9AD-A5FB-A6F3-19AE020B7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4A92-CC5B-46A1-8E03-C2525B9195E8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88C91B-1445-F212-38A9-7DCDCA91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67A91D-9E0F-B1F3-1D8F-AE0D1DB5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A4B6-E583-4853-A888-0D8A4378A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15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A3F27B-7370-976F-B0FA-D72F243C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DD7ABE-EC4D-E193-402F-5BD78CBF3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155067-355F-3DA6-2435-68CF0508A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4AD496-43C6-6D2D-4A7B-09B307FA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4A92-CC5B-46A1-8E03-C2525B9195E8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66C780-ED84-8E1F-8DCD-B1AB4ACB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828B93-43D0-4A49-8A2E-81BA45410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A4B6-E583-4853-A888-0D8A4378A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97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624B2-7343-F52E-F983-429779B1D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91708E-D2EC-AF8B-87A5-C7F94676B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C0263B-0B3B-97FB-C6A1-5574C0E1E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7C8F851-A6C7-FC3C-DE94-B7EFF5AEF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041232-BBE1-EEB3-B61F-35015C135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2FEC742-0470-F252-8CEA-042AC7F4F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4A92-CC5B-46A1-8E03-C2525B9195E8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6729E85-4EDD-08E0-89D0-5E9DCC63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3579534-E2C2-9898-6C0B-D33E5E8B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A4B6-E583-4853-A888-0D8A4378A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16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0DE12B-46FB-2F1E-69E8-65E5D294A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5107D4A-6316-9333-BD37-055A58397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4A92-CC5B-46A1-8E03-C2525B9195E8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14747E-1B9C-D166-4ADB-38439711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1EBB34-3B0D-9163-2520-CA9E20A2C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A4B6-E583-4853-A888-0D8A4378A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05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436E1C9-6221-D341-F894-3EE8B3F79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4A92-CC5B-46A1-8E03-C2525B9195E8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C966059-285A-B621-7357-0DF6A2ED3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17CD8A-B811-A750-DFF0-2C131E33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A4B6-E583-4853-A888-0D8A4378A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83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85E23-82C3-CD62-C126-FC4D797D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7EA1EB-829E-A835-8DC9-56D9D8313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CF3D22-0EC7-D1E5-6733-C48E1DCDE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B94DC3-F11E-699A-0CC6-38B8FDB2B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4A92-CC5B-46A1-8E03-C2525B9195E8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DA8895-CCB7-30E8-1DDF-8C3FE3999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9FF3A6-F246-566C-6E76-CF09903A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A4B6-E583-4853-A888-0D8A4378A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95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B369F-3A30-A1CC-85D6-E14333FB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744E4C-1589-6EC1-1407-5E0CB4E33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9091347-A7F6-1EFA-F601-081039433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D33383-9E4B-EE03-7574-B42201B35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4A92-CC5B-46A1-8E03-C2525B9195E8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F748E3-F5BC-0A9D-1C1E-AED0B2C2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6CB405-D88F-FC28-C3D9-0DDFC4AC8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A4B6-E583-4853-A888-0D8A4378A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30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D8FCF-D860-0918-9A3E-40D71FC3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0DF895-3CDC-4B29-1668-30EF29433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CB2AAC-D9DB-7080-8D25-E96EEAC3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4A92-CC5B-46A1-8E03-C2525B9195E8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4FB6F3-68D2-E44D-00C7-329A3FFA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918677-D8E0-1A74-3A2D-B88EF546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A4B6-E583-4853-A888-0D8A4378A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189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876DBEA-830A-6E3E-7DBD-A4EDE2811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C7F05E-D5C0-F45E-C8B1-9B25C7D7F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CCCD21-8253-7725-F447-22B070CD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4A92-CC5B-46A1-8E03-C2525B9195E8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2E8BC1-F629-FBA8-17ED-7988434B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110023-9D67-EEC9-A55E-CBDDF044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A4B6-E583-4853-A888-0D8A4378A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52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A7D20B-508B-DC70-C329-EDEA6A70C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7AE335-035C-3FD1-7087-FB3A14BF4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6C7850-05E2-85DD-DBF7-7A4C9EE71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34A92-CC5B-46A1-8E03-C2525B9195E8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557F49-35DB-3EBD-084C-F267CE9A2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356CBF-F0AA-D09B-E602-F17E32FDA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2A4B6-E583-4853-A888-0D8A4378A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30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E8977-842B-03CE-A2F9-2329D4C16A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Конвертер валют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3DE974-DD67-14E5-2925-FE9B217F2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4112" y="5410200"/>
            <a:ext cx="4437888" cy="14478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AD66410-11BB-133E-D206-625C0E43315C}"/>
              </a:ext>
            </a:extLst>
          </p:cNvPr>
          <p:cNvSpPr txBox="1">
            <a:spLocks/>
          </p:cNvSpPr>
          <p:nvPr/>
        </p:nvSpPr>
        <p:spPr>
          <a:xfrm>
            <a:off x="1676400" y="37544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Веб-приложение для быстрой конвертации валют с актуальными курсами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9138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D4D9E-9FCA-3EF1-75BA-586DB52A2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E1A386-B817-A764-8821-0A66DCFF1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790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ключевые элементы:</a:t>
            </a:r>
          </a:p>
          <a:p>
            <a:pPr lvl="1"/>
            <a:r>
              <a:rPr lang="ru-RU" dirty="0"/>
              <a:t>Поля ввода сумм</a:t>
            </a:r>
          </a:p>
          <a:p>
            <a:pPr lvl="1"/>
            <a:r>
              <a:rPr lang="ru-RU" dirty="0"/>
              <a:t>Кнопки выбора валют</a:t>
            </a:r>
          </a:p>
          <a:p>
            <a:pPr lvl="1"/>
            <a:r>
              <a:rPr lang="ru-RU" dirty="0"/>
              <a:t>Индикаторы курсов</a:t>
            </a:r>
          </a:p>
          <a:p>
            <a:pPr lvl="1"/>
            <a:r>
              <a:rPr lang="ru-RU" dirty="0"/>
              <a:t>Блок истории конвертаций</a:t>
            </a:r>
          </a:p>
          <a:p>
            <a:pPr lvl="1"/>
            <a:r>
              <a:rPr lang="ru-RU" dirty="0"/>
              <a:t>Переключатель тем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5056CA-38D8-CAA5-72E5-B8B7127E9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914400"/>
            <a:ext cx="7839456" cy="384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29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7E5EC-75FA-2EB7-B569-D811B6B9B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функционала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431AA99-E252-FE37-5FD1-D15F4A321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51039"/>
            <a:ext cx="4983480" cy="24177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D9627C-85E8-4926-5FE4-73B8EBD27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253" y="1405001"/>
            <a:ext cx="5621747" cy="270980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8FB4FE6-2E2A-C58B-C4E7-F9C5C3B37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61951"/>
            <a:ext cx="4608576" cy="189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65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</Words>
  <Application>Microsoft Office PowerPoint</Application>
  <PresentationFormat>Широкоэкранный</PresentationFormat>
  <Paragraphs>10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Конвертер валют</vt:lpstr>
      <vt:lpstr>Интерфейс </vt:lpstr>
      <vt:lpstr>Демонстрация функционала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Ярослав Таратин</dc:creator>
  <cp:lastModifiedBy>Ярослав Таратин</cp:lastModifiedBy>
  <cp:revision>4</cp:revision>
  <dcterms:created xsi:type="dcterms:W3CDTF">2025-12-06T05:39:26Z</dcterms:created>
  <dcterms:modified xsi:type="dcterms:W3CDTF">2025-12-06T05:50:06Z</dcterms:modified>
</cp:coreProperties>
</file>